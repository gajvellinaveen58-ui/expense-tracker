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0F172A"/>
                </a:solidFill>
                <a:latin typeface="Aptos Display"/>
              </a:defRPr>
            </a:pPr>
            <a:r>
              <a:t>EXPENSE TRACKER</a:t>
            </a:r>
          </a:p>
          <a:p>
            <a:pPr>
              <a:spcBef>
                <a:spcPts val="800"/>
              </a:spcBef>
              <a:defRPr sz="2100">
                <a:solidFill>
                  <a:srgbClr val="2563EB"/>
                </a:solidFill>
              </a:defRPr>
            </a:pPr>
            <a:r>
              <a:t>Python Console-Based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657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36576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22191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Project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159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Python Console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3657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7639" y="36576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822191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Core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3159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OOP + File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657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6576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822191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Version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3159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Git + GitHub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simple application for recording and managing daily expenses.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Record and organize spending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Easy menu-driven Command Prompt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Expenses are saved in expenses.txt and loaded when the program starts.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Managing daily spending manually can be difficult.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Paper notes and scattered records are hard to maintain.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Users need quick totals, category summaries and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Expense Tracker provides these operations through a simple Python program.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What the project is designed to achieve.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Add expenses with amount, category, description and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View, search and delete saved expenses.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6916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85623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50008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Calculate total spending and category-wise summaries.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977639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3977639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1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36007"/>
            <a:ext cx="28346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Apply practical Python OOP, validation, exceptions and file handling.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MAJOR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Seven menu options make the application easy to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Add Expense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1031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Personal /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81051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View Expenses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304288"/>
            <a:ext cx="21031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Displays all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81051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Calculate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304288"/>
            <a:ext cx="21031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Shows total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3999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3999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181051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Category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2304288"/>
            <a:ext cx="21031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Groups by 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39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520439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85031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Search Expenses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78807"/>
            <a:ext cx="21031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Finds matching 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520439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520439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685031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Delete Expense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178807"/>
            <a:ext cx="21031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Removes selected record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79" y="3520439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79" y="3520439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79" y="3685031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178807"/>
            <a:ext cx="21031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Closes the program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Tools and modules used to build and manage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2926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Main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002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6479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datetime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58568"/>
            <a:ext cx="2926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Creates the current date for expenses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002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6002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6479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58568"/>
            <a:ext cx="2926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Supports abstraction with ABC and abstractmethod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49039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749039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1363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Text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07407"/>
            <a:ext cx="2926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expenses.txt provides simple persistent 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749039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749039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391363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407407"/>
            <a:ext cx="2926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Tracks changes in the project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749039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749039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91363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07407"/>
            <a:ext cx="2926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Remote repository for project submission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PYTHON CONCEPTS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project demonstrates important Object-Oriented Programming concepts.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Encapsulation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475488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__amount is private; get_amount() and set_amount() control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73152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Inheritance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67128"/>
            <a:ext cx="475488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PersonalExpense and BusinessExpense inherit from Expense.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81528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081528"/>
            <a:ext cx="73152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Polymorphism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9896"/>
            <a:ext cx="475488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Both subclasses provide their own display()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81528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081528"/>
            <a:ext cx="73152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Abstraction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39896"/>
            <a:ext cx="475488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ExpenseBase defines an abstract display() method.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54296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654296"/>
            <a:ext cx="73152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18888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Exception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12664"/>
            <a:ext cx="475488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Handles invalid input and missing/invalid file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54296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654296"/>
            <a:ext cx="73152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18888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File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12664"/>
            <a:ext cx="475488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Reads, appends and rewrites expense records.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How the application works from start to finish.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37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587752"/>
            <a:ext cx="12252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Start Program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01952" y="2761488"/>
            <a:ext cx="2286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7128" y="2423160"/>
            <a:ext cx="137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587752"/>
            <a:ext cx="12252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Load expenses.txt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66160" y="2761488"/>
            <a:ext cx="2286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31336" y="2423160"/>
            <a:ext cx="137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2587752"/>
            <a:ext cx="12252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Display Menu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30368" y="2761488"/>
            <a:ext cx="2286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95544" y="2423160"/>
            <a:ext cx="137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587752"/>
            <a:ext cx="12252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Select Operation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94576" y="2761488"/>
            <a:ext cx="2286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9752" y="2423160"/>
            <a:ext cx="137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2587752"/>
            <a:ext cx="12252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Validate Input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58784" y="2761488"/>
            <a:ext cx="2286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23960" y="2423160"/>
            <a:ext cx="137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587752"/>
            <a:ext cx="12252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Update Objects / File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222992" y="2761488"/>
            <a:ext cx="2286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88168" y="2423160"/>
            <a:ext cx="137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2587752"/>
            <a:ext cx="12252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Continue or Exit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4160520"/>
            <a:ext cx="4389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416052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325112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Key 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18888"/>
            <a:ext cx="397763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Data stays available between runs because expenses are saved to a text file.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IMPORTANT CLASSES &amp;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Main building blocks of the Python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ExpenseBase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Abstract base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8191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Expense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75688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Stores amount, category, description and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8775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587752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5234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PersonalExpense / BusinessExpense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Inherited expense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8775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587752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75234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ExpenseTracker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Manages all expense 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5818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58184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2277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add_expense() / save_expense()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16552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Validates and stores new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5818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58184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92277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load_expenses() / view_expenses()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416552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Loads and displays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28616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28616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93207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calculate_total() / category_summary()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86983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Analyzes spending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928616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928616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093207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search_expenses() / delete_expense()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586983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Finds and removes records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OUTPUT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Project screenshots are organized in the GitHub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9339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8716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7 screenshots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Task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8716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6 screenshots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9339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Task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8716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2 screenshots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75569"/>
                </a:solidFill>
              </a:defRPr>
            </a:pPr>
            <a:r>
              <a:t>Total: 15 screenshots  •  screenshots/task-1  •  screenshots/task-2  •  screenshots/task-3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Key development and testing challenges.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Input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Handling invalid amounts, menu choices and empty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002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79" y="16002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7647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File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25856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Saving and loading records correctly.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6791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Deletion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6168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Keeping the text file synchronized after deleting an expense.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7033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37033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86791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OOP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36168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Combining abstraction, encapsulation, inheritance and polymorphism.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Possible upgrades for a more advanced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Build a user-friendly graphical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544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190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Move from text files to SQLite/database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544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544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190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1284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Add monthly and date-range spending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Visualize category-wise spending.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57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6576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82219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Budget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315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Set budgets and monitor spending.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657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65760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82219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More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15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Add trends and spending insights.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practical Python project demonstrating real programming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The Expense Tracker manages personal and business expenses through a simple console interface.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It demonstrates OOP concepts, exception handling, file handling and data validation.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The project also provides practical experience with Git and GitHub.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The design can be extended with a GUI, database and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5074920"/>
            <a:ext cx="4297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Expense Tracker  |  Python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/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